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4447A"/>
          </a:solidFill>
          <a:ln w="12700">
            <a:solidFill>
              <a:srgbClr val="2444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A3157"/>
          </a:solidFill>
          <a:ln w="12700">
            <a:solidFill>
              <a:srgbClr val="1A31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1"/>
                </a:solidFill>
              </a:rPr>
              <a:t>LEGACY UNIVERSITY, OKIJA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2E0"/>
                </a:solidFill>
              </a:rPr>
              <a:t>Department of Computer Science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Need for a University Information Management Portal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7912A"/>
                </a:solidFill>
              </a:rPr>
              <a:t>A Case for Role-Based Access Control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4206240" cy="1371600"/>
          </a:xfrm>
          <a:prstGeom prst="rect">
            <a:avLst/>
          </a:prstGeom>
          <a:solidFill>
            <a:srgbClr val="24447A"/>
          </a:solidFill>
          <a:ln w="12700">
            <a:solidFill>
              <a:srgbClr val="3A5A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434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[YOUR FULL NAME]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6EC"/>
                </a:solidFill>
              </a:rPr>
              <a:t>Matric No: [YOUR MATRICULATION NUMBER]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6EC"/>
                </a:solidFill>
              </a:rPr>
              <a:t>Supervisor: [SUPERVISOR'S NAME]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2E0"/>
                </a:solidFill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Presentation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640080" cy="7498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912A"/>
                </a:solidFill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Background &amp; Problem Statement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640080" cy="7498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912A"/>
                </a:solidFill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Aim &amp; Objectives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640080" cy="7498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912A"/>
                </a:solidFill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352044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Literature Review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480560"/>
            <a:ext cx="640080" cy="7498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912A"/>
                </a:solidFill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34440" y="448056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Methodology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160020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1600200"/>
            <a:ext cx="640080" cy="7498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60020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912A"/>
                </a:solidFill>
              </a:rPr>
              <a:t>05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86600" y="16002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Findings &amp; Results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256032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2560320"/>
            <a:ext cx="640080" cy="7498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5603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912A"/>
                </a:solidFill>
              </a:rPr>
              <a:t>06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86600" y="256032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Discussion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3520440"/>
            <a:ext cx="5394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3520440"/>
            <a:ext cx="640080" cy="7498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5204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912A"/>
                </a:solidFill>
              </a:rPr>
              <a:t>07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086600" y="352044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Conclusion &amp;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Background &amp; 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22222"/>
                </a:solidFill>
              </a:rPr>
              <a:t>Legacy University, Okija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currently has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22222"/>
                </a:solidFill>
              </a:rPr>
              <a:t>no centralized digital portal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for academic and administrative records.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222"/>
                </a:solidFill>
              </a:rPr>
              <a:t>Information is managed through: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Manual registers and physical files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Informal digital tools (spreadsheets)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No audit trail or access control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68112" cy="4480560"/>
          </a:xfrm>
          <a:prstGeom prst="rect">
            <a:avLst/>
          </a:prstGeom>
          <a:solidFill>
            <a:srgbClr val="1F3864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912A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No enforced policy governing who can view or change institutional data.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No audit trail — changes cannot be traced to a responsible user.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Access is governed by informal trust, not policy.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Growing student population makes this harder to sustain.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Aim &amp;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Aim: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Establish the need for a centralized university information management portal at Legacy University and argue for RBAC as its security model.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B7912A"/>
          </a:solidFill>
          <a:ln w="12700">
            <a:solidFill>
              <a:srgbClr val="B791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Examine the current state of information management at Legacy University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529584"/>
            <a:ext cx="411480" cy="411480"/>
          </a:xfrm>
          <a:prstGeom prst="ellipse">
            <a:avLst/>
          </a:prstGeom>
          <a:solidFill>
            <a:srgbClr val="B7912A"/>
          </a:solidFill>
          <a:ln w="12700">
            <a:solidFill>
              <a:srgbClr val="B79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48386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Review DAC, MAC, and RBAC as access control models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411480" cy="411480"/>
          </a:xfrm>
          <a:prstGeom prst="ellipse">
            <a:avLst/>
          </a:prstGeom>
          <a:solidFill>
            <a:srgbClr val="B7912A"/>
          </a:solidFill>
          <a:ln w="12700">
            <a:solidFill>
              <a:srgbClr val="B791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178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Analyze how comparable Nigerian universities implement portal systems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919472"/>
            <a:ext cx="411480" cy="411480"/>
          </a:xfrm>
          <a:prstGeom prst="ellipse">
            <a:avLst/>
          </a:prstGeom>
          <a:solidFill>
            <a:srgbClr val="B7912A"/>
          </a:solidFill>
          <a:ln w="12700">
            <a:solidFill>
              <a:srgbClr val="B791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19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87375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Evaluate RBAC's suitability for multiple student and staff role types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614416"/>
            <a:ext cx="411480" cy="411480"/>
          </a:xfrm>
          <a:prstGeom prst="ellipse">
            <a:avLst/>
          </a:prstGeom>
          <a:solidFill>
            <a:srgbClr val="B7912A"/>
          </a:solidFill>
          <a:ln w="12700">
            <a:solidFill>
              <a:srgbClr val="B791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614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55686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Recommend an approach for Legacy University to adopt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CHAPTER 2 —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Access Control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DAC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Discretionary Access 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B5B"/>
                </a:solidFill>
              </a:rPr>
              <a:t>Resource owner decides who gets access. Flexible, but inconsistent at scale.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15968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MAC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44568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Mandatory Access Control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32004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B5B"/>
                </a:solidFill>
              </a:rPr>
              <a:t>Central authority sets fixed classification levels. Rigid, poorly suited to a changing university.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4736" y="1600200"/>
            <a:ext cx="3657600" cy="4389120"/>
          </a:xfrm>
          <a:prstGeom prst="rect">
            <a:avLst/>
          </a:prstGeom>
          <a:solidFill>
            <a:srgbClr val="1F3864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74736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912A"/>
                </a:solidFill>
              </a:rPr>
              <a:t>RBAC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03336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Role-Based Access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49056" y="320040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1"/>
                </a:solidFill>
              </a:rPr>
              <a:t>Permissions assigned to roles, users assigned to roles. Matches how universities are structured.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CHAPTER 2 —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RBAC in Practice: Nigerian Case Studies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94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University of Nigeria, Nsukka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12A"/>
                </a:solidFill>
              </a:rPr>
              <a:t>Federal institution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Role-differentiated access across students, departmental staff, and university-wide administrators.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5394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</a:rPr>
              <a:t>Covenant University, Ota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12A"/>
                </a:solidFill>
              </a:rPr>
              <a:t>Private institution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Same role-based separation pattern despite different ownership structure — suggests a transferable model.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1124712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Both institutions restrict students to their own records, scope staff access to their department or faculty, and reserve system-wide functions for a small number of designated administrators.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2743200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743200" cy="102412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912A"/>
                </a:solidFill>
              </a:rPr>
              <a:t>Research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600200"/>
            <a:ext cx="8046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Descriptive, literature-based design — systematic literature review plus documentary case study analysis. No survey or questionnaire.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11247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770632"/>
            <a:ext cx="2743200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70632"/>
            <a:ext cx="2743200" cy="102412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912A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770632"/>
            <a:ext cx="8046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Peer-reviewed literature on access control, and public documentation of two Nigerian university portals.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41064"/>
            <a:ext cx="11247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941064"/>
            <a:ext cx="2743200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41064"/>
            <a:ext cx="2743200" cy="102412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912A"/>
                </a:solidFill>
              </a:rPr>
              <a:t>Period of Research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941064"/>
            <a:ext cx="8046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March – April 2026.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111496"/>
            <a:ext cx="11247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5111496"/>
            <a:ext cx="2743200" cy="10241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111496"/>
            <a:ext cx="2743200" cy="102412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912A"/>
                </a:solidFill>
              </a:rPr>
              <a:t>Case Study Selection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5111496"/>
            <a:ext cx="8046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</a:rPr>
              <a:t>Nigerian universities only, to keep the comparison in the same regulatory and infrastructural context as Legacy University.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CHAPTER 4 —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Comparing the Three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4206240"/>
        </p:xfrm>
        <a:graphic>
          <a:graphicData uri="http://schemas.openxmlformats.org/drawingml/2006/table">
            <a:tbl>
              <a:tblPr/>
              <a:tblGrid>
                <a:gridCol w="3227832"/>
                <a:gridCol w="2679192"/>
                <a:gridCol w="2679192"/>
                <a:gridCol w="267919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RBAC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Access decision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Resource owner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Central authority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Role definition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Flexibility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High, inconsistent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Low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High, consistent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Admin overhead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Low per item, high overall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Low (role reuse)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Fit for university roles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Poor at scale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Too rigid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864"/>
                          </a:solidFill>
                        </a:rPr>
                        <a:t>Strong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CHAPTER 4 —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Defining Administrative Sub-Roles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B5B"/>
                </a:solidFill>
              </a:rPr>
              <a:t>“Administrator” is not one role — it covers every non-student user, each with a distinct scope.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36118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912A"/>
                </a:solidFill>
              </a:rPr>
              <a:t>Registrar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Manage student academic records; process transcript requests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2103120"/>
            <a:ext cx="36118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912A"/>
                </a:solidFill>
              </a:rPr>
              <a:t>Bursar / Finance Officer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26974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Manage fee records and payment status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1031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2103120"/>
            <a:ext cx="36118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912A"/>
                </a:solidFill>
              </a:rPr>
              <a:t>Head of Department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75320" y="26974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Manage departmental courses; approve results within department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69080"/>
            <a:ext cx="36118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69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912A"/>
                </a:solidFill>
              </a:rPr>
              <a:t>Dean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4663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Read-only view across departments in faculty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51960" y="406908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1960" y="4069080"/>
            <a:ext cx="36118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4069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912A"/>
                </a:solidFill>
              </a:rPr>
              <a:t>IT Administrator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80560" y="4663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Manage user accounts; review audit logs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406908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0" y="4069080"/>
            <a:ext cx="36118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069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912A"/>
                </a:solidFill>
              </a:rPr>
              <a:t>Super Admin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75320" y="4663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Define roles and permissions; full oversight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Discussion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IMPLICATIONS FOR LEGACY UNIVERSITY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Onboard new students/staff by role assignment, not manual configuration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First auditable record of who accessed or changed institutional data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Reduces risk of misconfiguration as the institution grows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68112" cy="4434840"/>
          </a:xfrm>
          <a:prstGeom prst="rect">
            <a:avLst/>
          </a:prstGeom>
          <a:solidFill>
            <a:srgbClr val="F4F0E3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912A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Literature and documentary analysis only — no primary interviews at case study institutions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Limited to the security-model question; excludes technical platform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912A"/>
                </a:solidFill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Conclusion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Legacy University • Department of Computer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B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RBAC offers the strongest fit for Legacy University's information management needs — the institution should prioritize a centralized, role-governed portal.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B7912A"/>
          </a:solidFill>
          <a:ln w="12700">
            <a:solidFill>
              <a:srgbClr val="B791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Prioritize development of a centralized, RBAC-governed portal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365760" cy="365760"/>
          </a:xfrm>
          <a:prstGeom prst="ellipse">
            <a:avLst/>
          </a:prstGeom>
          <a:solidFill>
            <a:srgbClr val="B7912A"/>
          </a:solidFill>
          <a:ln w="12700">
            <a:solidFill>
              <a:srgbClr val="B79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Define clear roles for students and each category of staff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365760" cy="365760"/>
          </a:xfrm>
          <a:prstGeom prst="ellipse">
            <a:avLst/>
          </a:prstGeom>
          <a:solidFill>
            <a:srgbClr val="B7912A"/>
          </a:solidFill>
          <a:ln w="12700">
            <a:solidFill>
              <a:srgbClr val="B791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00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Build in audit logging from the outset, not as an afterthought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365760" cy="365760"/>
          </a:xfrm>
          <a:prstGeom prst="ellipse">
            <a:avLst/>
          </a:prstGeom>
          <a:solidFill>
            <a:srgbClr val="B7912A"/>
          </a:solidFill>
          <a:ln w="12700">
            <a:solidFill>
              <a:srgbClr val="B791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62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577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</a:rPr>
              <a:t>Follow with implementation-focused work: schema design, permission matrix, usability testing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912A"/>
                </a:solidFill>
              </a:rPr>
              <a:t>SELECTED REFERENCES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1"/>
                </a:solidFill>
              </a:rPr>
              <a:t>Ferraiolo &amp; Kuhn (1992) — Role-based access controls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1"/>
                </a:solidFill>
              </a:rPr>
              <a:t>Laudon &amp; Laudon (2020) — Management information systems (16th ed.)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1"/>
                </a:solidFill>
              </a:rPr>
              <a:t>Onashoga, Akinde &amp; Sodiya (2014) — Nigerian tertiary institution access control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1"/>
                </a:solidFill>
              </a:rPr>
              <a:t>Saltzer &amp; Schroeder (1975) — The protection of information in computer systems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1"/>
                </a:solidFill>
              </a:rPr>
              <a:t>Sandhu, Coyne, Feinstein &amp; Youman (1996) — Role-based access control models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CE6F1"/>
                </a:solidFill>
              </a:rPr>
              <a:t>Stallings &amp; Brown (2018) — Computer security: Principles and practice (4th ed.)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912A"/>
                </a:solidFill>
              </a:rPr>
              <a:t>Questions welcome.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2026-07-16T14:50:47Z</dcterms:created>
  <dcterms:modified xsi:type="dcterms:W3CDTF">2026-07-16T14:50:47Z</dcterms:modified>
</cp:coreProperties>
</file>